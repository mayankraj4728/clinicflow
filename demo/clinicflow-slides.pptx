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ClinicFlow</a:t>
            </a:r>
          </a:p>
          <a:p>
            <a:pPr>
              <a:spcBef>
                <a:spcPts val="1400"/>
              </a:spcBef>
              <a:defRPr sz="2200">
                <a:solidFill>
                  <a:srgbClr val="B9C2D0"/>
                </a:solidFill>
              </a:defRPr>
            </a:pPr>
            <a:r>
              <a:t>A clinic appointment booking platform, shipped end-to-end</a:t>
            </a:r>
          </a:p>
          <a:p>
            <a:pPr>
              <a:spcBef>
                <a:spcPts val="2600"/>
              </a:spcBef>
              <a:defRPr sz="1600">
                <a:solidFill>
                  <a:srgbClr val="3D6FD8"/>
                </a:solidFill>
              </a:defRPr>
            </a:pPr>
            <a:r>
              <a:t>DevOps / DevSecOps Final Capstone — Mayank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What we built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ClinicFlow is a clinic appointment booking system: book, check in, complete or cancel appointments across departments.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Reception dashboard shows live KPIs — scheduled / checked in / completed — plus a per-entry status filter.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Deliberately small application, real DevOps pipeline around it: the app is the vehicle, the pipeline is the lesson.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One command (docker compose up --build) runs the whole stack locally; the same images are shipped to Kubernetes.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Languages, frameworks and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Frontend — React 18 + Vite, hand-written responsive CSS, Nginx runtime.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Backend — Python 3.12, FastAPI, SQLAlchemy 2 ORM, Pydantic v2 schemas.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Database — PostgreSQL 16, schema managed by Alembic migrations.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Tests — pytest + FastAPI TestClient against an isolated SQLite database.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Containers — Docker multi-stage frontend, non-root images, Compose stack.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CI/CD — GitHub Actions, Trivy image scanning, GitHub Container Registry.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Infra &amp; runtime — Terraform (AWS VPC + EKS), Helm, Kubernetes, Ingress, HPA.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Observability — Prometheus (ServiceMonitor) + Grafana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From laptop to monitored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solidFill>
            <a:srgbClr val="F4F6FA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Developer → Git/GitHub → GitHub Actions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│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├── pytest (quality gate)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├── docker build  backend + frontend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├── Trivy scan   (fail on HIGH/CRITICAL)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└── push to GHCR (tag = Git SHA)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│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Terraform → AWS VPC + EKS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│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Helm → Kubernetes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┌───────────┼───────────┐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Frontend     Backend   PostgreSQL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└──── Ingress ( / , /api ) ───┘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│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Prometheus → Grafana (metrics)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Application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Backend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Single primary table: appointments (patient, doctor, department, type, status, timestamps).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10 routes: GET / , /health , /ready , /metrics and full appointment CRUD + /stats.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Status lifecycle: SCHEDULED → CHECKED_IN → COMPLETED (or CANCELLED).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Pydantic validates enums and lengths → invalid input returns HTTP 422 automatically.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Alembic migration 0001_create_appointments builds the table and a status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GitHub Actions — three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solidFill>
            <a:srgbClr val="F4F6FA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TEST                 BUILD · SCAN · PUSH            DEPLOY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─────                ──────────────────           ──────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checkout             build backend image          kind cluster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python 3.12          build frontend image          helm lint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pip install          Trivy scan (backend)          helm upgrade --install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pytest -v    ──►     Trivy scan (frontend)  ──►   kubectl get pods/svc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node build           push to GHCR :&lt;git-sha&gt;</a:t>
            </a: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</a:p>
          <a:p>
            <a:pPr>
              <a:defRPr sz="1300">
                <a:solidFill>
                  <a:srgbClr val="101828"/>
                </a:solidFill>
                <a:latin typeface="Menlo"/>
              </a:defRPr>
            </a:pPr>
            <a:r>
              <a:t>pytest fails ─► pipeline stops ─► no broken image is ever promoted.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Containers &amp; Security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Build once, run as non-root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Backend image — slim Python base, non-root UID 10001, waits for Postgres, runs migrations on start.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Frontend image — multi-stage: node build → static dist → unprivileged Nginx (UID 101, port 8080).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Both images run as non-root users and expose health endpoints for Kubernetes probes.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Trivy scans both images for OS + dependency CVEs at HIGH/CRITICAL, exit-code 1 → the build fails on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Terraform → AWS VPC + 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solidFill>
            <a:srgbClr val="F4F6FA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module "vpc"   →  VPC 10.20.0.0/16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├── 2 public  subnets  (10.20.101/102.0/24)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├── 2 private subnets  (10.20.1/2.0/24)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└── NAT gateway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module "eks"   →  EKS cluster (k8s 1.31)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                    └── managed node group (2 × t3.medium, 2–4 auto)</a:t>
            </a: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</a:p>
          <a:p>
            <a:pPr>
              <a:defRPr sz="1400">
                <a:solidFill>
                  <a:srgbClr val="101828"/>
                </a:solidFill>
                <a:latin typeface="Menlo"/>
              </a:defRPr>
            </a:pPr>
            <a:r>
              <a:t>terraform init → plan → apply → destroy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Kubernetes &amp;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Packaged, versioned, autoscaled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Helm chart helm/clinicflow — Chart.yaml, values (+ dev/prod overrides), templates.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Backend &amp; frontend Deployments run 2 replicas with readiness and liveness probes.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ClusterIP Services for stable networking; Ingress routes / → frontend and /api → backend.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Horizontal Pod Autoscaler scales the backend 2 → 6 on 60% CPU utilisation.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ServiceMonitor wires the backend /metrics endpoint into Prometheus.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Backend exposes Prometheus metrics on /metrics (prometheus-fastapi-instrumentator).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kube-prometheus-stack installed via Helm; ServiceMonitor tells it what to scrape.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Grafana dashboard (auto-loaded) shows request rate, p95 latency and responses by status code.</a:t>
            </a:r>
          </a:p>
          <a:p>
            <a:pPr>
              <a:spcAft>
                <a:spcPts val="1000"/>
              </a:spcAft>
              <a:defRPr sz="1600">
                <a:solidFill>
                  <a:srgbClr val="101828"/>
                </a:solidFill>
              </a:defRPr>
            </a:pPr>
            <a:r>
              <a:t>•  Alerts on traffic, errors and CPU; HPA reacts to the same signals under 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6477"/>
                </a:solidFill>
              </a:defRPr>
            </a:pPr>
            <a:r>
              <a:t>What this capstone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A pipeline is only trustworthy if it fails loudly — pytest and Trivy both gate the build.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Tagging images with the Git commit SHA gives traceability from production back to source.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Infrastructure as code makes environments reproducible instead of hand-clicked.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Declarative Kubernetes + Helm turns deployment into a versioned, reviewable artefact.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Observability closes the loop — you cannot operate what you cannot measure.</a:t>
            </a:r>
          </a:p>
          <a:p>
            <a:pPr>
              <a:spcAft>
                <a:spcPts val="1000"/>
              </a:spcAft>
              <a:defRPr sz="1700">
                <a:solidFill>
                  <a:srgbClr val="101828"/>
                </a:solidFill>
              </a:defRPr>
            </a:pPr>
            <a:r>
              <a:t>•  Non-root containers are cheap to do and cut a whole class of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